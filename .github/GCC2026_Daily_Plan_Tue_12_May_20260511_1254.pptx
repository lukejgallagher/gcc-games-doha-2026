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5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83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57400"/>
            <a:ext cx="12191695" cy="73152"/>
          </a:xfrm>
          <a:prstGeom prst="rect">
            <a:avLst/>
          </a:prstGeom>
          <a:solidFill>
            <a:srgbClr val="EBC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s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15290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4688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GCC GAMES DOHA 2026</a:t>
            </a:r>
          </a:p>
          <a:p>
            <a:pPr>
              <a:spcBef>
                <a:spcPts val="1000"/>
              </a:spcBef>
              <a:defRPr sz="2800" b="1">
                <a:solidFill>
                  <a:srgbClr val="EBCE83"/>
                </a:solidFill>
              </a:defRPr>
            </a:pPr>
            <a:r>
              <a:t>Team Saudi · Daily Plan · Tue 12 May</a:t>
            </a:r>
          </a:p>
          <a:p>
            <a:pPr>
              <a:spcBef>
                <a:spcPts val="1200"/>
              </a:spcBef>
              <a:defRPr sz="1400">
                <a:solidFill>
                  <a:srgbClr val="C3D9D1"/>
                </a:solidFill>
              </a:defRPr>
            </a:pPr>
            <a:r>
              <a:t>Athletes, events and venues for this competition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C3D9D1"/>
                </a:solidFill>
              </a:defRPr>
            </a:pPr>
            <a:r>
              <a:t>Team Saudi ·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5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BC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Daily Athlete Schedule — Tue 12 May</a:t>
            </a:r>
          </a:p>
        </p:txBody>
      </p:sp>
      <p:pic>
        <p:nvPicPr>
          <p:cNvPr id="5" name="Picture 4" descr="ts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928132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35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26517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Sport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Athlete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SOTC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Time Start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Time End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>
                    <a:solidFill>
                      <a:srgbClr val="23503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Ali Alabdlwahab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100m Backstroke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20:00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Ali Alessa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100m Backstroke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18:00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20:00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Ahmed Almoeibed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200m Butterfly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18:10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20:10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Emad Alsibyani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200m Individual Medley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17:25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19:25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Ghanem Alsulhi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800m Freestyle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17:25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Mohammed Alzaki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200m Butterfly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18:10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20:10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Swimming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Emad Zaben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Men's 50m Freestyle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17:50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19:50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Hamad Aquatic Center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Hajer Alenzi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Qualification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-67kg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11:30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13:30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Hajer Alenzi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Semi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-67kg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Hajer Alenzi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-67kg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18:30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Rahmah Alkhawahr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-49kg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Rahmah Alkhawahr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Semi 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-49kg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14:00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Rahmah Alkhawahr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Women -49kg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Riad Hamdi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Qualification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-58kg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10:00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10:30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Riad Hamdi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Semi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-58kg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Riad Hamdi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-58kg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15:00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15:30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Tareg Hamedi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-80kg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Tareg Hamedi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Semi Final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-80kg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13:30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15:30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>
                    <a:solidFill>
                      <a:srgbClr val="C3D9D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Tareg Hamedi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Men -80kg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8342A"/>
                          </a:solidFill>
                        </a:rPr>
                        <a:t>Aspire Women’s Sports Hall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